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purchase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2B21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discount</c:v>
                  </c:pt>
                  <c:pt idx="1">
                    <c:v>Discount applied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60.13</c:v>
                </c:pt>
                <c:pt idx="1">
                  <c:v>59.28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1" i="0" strike="noStrike" sz="1500" u="none">
                  <a:solidFill>
                    <a:srgbClr val="2B21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9F5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B21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BE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E8D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Loyal  (10+ prior)</c:v>
                  </c:pt>
                  <c:pt idx="1">
                    <c:v>Returning  (2–10)</c:v>
                  </c:pt>
                  <c:pt idx="2">
                    <c:v>New  (first purchase)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185517</c:v>
                </c:pt>
                <c:pt idx="1">
                  <c:v>42711</c:v>
                </c:pt>
                <c:pt idx="2">
                  <c:v>4853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B21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9F5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bubble3D val="0"/>
            <c:spPr>
              <a:solidFill>
                <a:srgbClr val="A7BEAE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E7E8D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firstSliceAng val="0"/>
        <c:holeSize val="55"/>
      </c:doughnutChart>
      <c:spPr>
        <a:solidFill>
          <a:srgbClr val="FBF9F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1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rather than a generic 'here are some findings' deck, this is structured around three assumptions the business likely holds, each tested against the data. All figures computed directly from the 3,900-row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mentioning in interview: the imputation choice. A global mean would have flattened genuine differences between categories — Footwear and Outerwear rate differently. Category-level median preserves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counterintuitive finding. Note it's a small absolute difference — the honest framing is 'no measurable lift', not 'discounts reduce spend'. That distinction matters if someone challenges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stat is the strongest one — 2,518 repeat buyers who have not subscribed. That is the addressable gap, and it reframes subscription from a spend question to an adoption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logic: New = 1 prior purchase, Returning = 2-10, Loyal = 10+. Built with a CASE statement inside a CTE. The concentration is the real story — it makes retention risk the single biggest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pre-empt the obvious follow-up: 'so who should we target?' The honest answer from this data is that demographic targeting won't move much — behaviour segments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the dataset limitation is deliberate — it shows judgement about what the data can and cannot support, which matters more in interview than an extra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reframe: the value wasn't in producing charts, it was in testing things the business believed and finding they didn't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·  PYTHON  ·  SQL  ·  POWER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3,900 Purchases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Actually Tell Us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assumptions this retailer holds about its customers — and what the data says about each 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$233K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3,900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108960" y="5486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4983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94960" y="5486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5806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Navale  ·  Data Analyst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CSV to answered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37 missing ratings using category-level medians rather than a global mean — ratings differ by product type.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5544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1810512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2395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30168" y="2761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30632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age cohorts through quartile binning and converted purchase frequency text into numeric day intervals.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3056" y="15544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1810512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2395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Query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91656" y="2761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91656" y="30632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business questions using CTEs, window functions and conditional aggregation.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24544" y="155448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53144" y="1810512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9153144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53144" y="2395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Visualise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53144" y="2761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53144" y="30632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dashboard with KPI measures and four slicers for self-serve filtering.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arrived with one real quality issue — 37 missing review ratings out of 3,900 rows. Everything else was structurally sound.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“Discounts get people to spend more”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00200"/>
            <a:ext cx="4480560" cy="3200400"/>
          </a:xfrm>
          <a:prstGeom prst="roundRect">
            <a:avLst>
              <a:gd name="adj" fmla="val 2286"/>
            </a:avLst>
          </a:prstGeom>
          <a:solidFill>
            <a:srgbClr val="2B2118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SAYS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6092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really.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60920" y="2788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transactions used a discount — yet those baskets averaged 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85¢ less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full-price ones.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 isn't unlocking bigger baskets. It may simply be discounting purchases that would have happened anyway.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value, discounted vs full price  ·  n = 3,900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“Our subscribers are our best customers”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BE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subscribe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712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of 3,900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$59.49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subscriber spend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8712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$59.87 non-subscriber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828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BEA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27.6%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repeat buyers subscribe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28712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loyal buyers opted 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E7E8D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690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is currently a label, not a behaviour.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fractionally less than everyone else, and nearly three-quarters of the retailer's most committed repeat buyers haven't joined. Whatever the programme offers, it isn't compelling enough to change how people shop — or to attract the customers who already shop most.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“Growth will come from new customers”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400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4592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2B2118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63524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customers who have already bought more than ten times.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35661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83 customers in the entire dataset are on their first purchase. This isn't a business with an acquisition engine — it's one running almost entirely on retention.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customer segment  ·  segments defined by prior purchase count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Concentrated by category, flat by demographic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Clothing and Accessories together carry 77% of revenue.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760720" y="2240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contributes under 8% across 324 transactions — worth questioning whether it earns its shelf space and campaign budget.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306324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D8D2C8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barely moves across age or season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8076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0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$55,763  →  $62,143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326880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lowest, Young Adult highest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8076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$55,777  →  $60,018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32688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lowest, Fall highest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8076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11% spread across four age cohorts is close to flat — there's no demographic to over-index 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things worth doing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 the discount programme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baskets aren't larger. Test targeted offers on Returning-segment customers instead of blanket application, and measure incremental lift rather than redemption rate.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Rebuild the subscription offer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adoption with no spend difference means the value proposition isn't landing. Start with the 2,518 repeat buyers who haven't joined — they're the clearest signal of what's missing.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Treat retention as the primary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40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80% of revenue in one behavioural segment, churn among loyal buyers is the biggest single exposure. Loyalty investment should outrank acquisition spend.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474720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 the first-to-second purchase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3840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83 customers sit at first purchase. Whether that's an acquisition problem or a conversion one needs a longitudinal view this dataset can't provide.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point is a genuine limitation — the dataset has no purchase dates, so anything time-based is out of reach here.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COVERED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assumptions tested.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of them wrong.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weren't lifting basket size. Subscribers weren't the best customers. And growth wasn't coming from new buyers. Each of those was checkable in the data — and each one changes where the budget should go.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5176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cleaning · feature engineering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5176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· window functions · segmentation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517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· interactive slicers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897880"/>
            <a:ext cx="10515600" cy="0"/>
          </a:xfrm>
          <a:prstGeom prst="line">
            <a:avLst/>
          </a:prstGeom>
          <a:noFill/>
          <a:ln w="9525">
            <a:solidFill>
              <a:srgbClr val="7A6E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035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Navale  ·  Data Analyst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github.com/AkashNavale-BI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3,900 Purchases Reveal</dc:title>
  <dc:subject>PptxGenJS Presentation</dc:subject>
  <dc:creator>Akash Navale</dc:creator>
  <cp:lastModifiedBy>Akash Navale</cp:lastModifiedBy>
  <cp:revision>1</cp:revision>
  <dcterms:created xsi:type="dcterms:W3CDTF">2026-08-21T17:50:56Z</dcterms:created>
  <dcterms:modified xsi:type="dcterms:W3CDTF">2026-08-21T17:50:56Z</dcterms:modified>
</cp:coreProperties>
</file>